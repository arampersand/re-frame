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1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2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3.png" id="28" name="Google Shape;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4.png" id="34" name="Google Shape;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5.png"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6.png" id="46" name="Google Shape;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7.png" id="52" name="Google Shape;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8.png" id="58" name="Google Shape;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09.png" id="64" name="Google Shape;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10.png" id="70" name="Google Shape;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s/s11.png" id="76" name="Google Shape;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